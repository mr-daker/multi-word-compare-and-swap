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Multi-Word Compare-and-Swap in OCaml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Benchmarking and lock-free linked list performance presentation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217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How much simplicity does MCAS buy us for linked lists, and what does the software layer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6126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Implements descriptor-based MCAS and applies it to a lock-free linked list.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Benchmarks baseline CAS linked list against the MCAS linked list.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Slides focus on elapsed time trends across the benchmark deliverable.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0299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230428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3 ratios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92024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48672" y="20299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Thread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30428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2-8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4612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3558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Implementations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36301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324612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33558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Registers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6301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Deliverables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What this benchmark section is measuring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Deliverable focus: compare linked list elapsed time across varying update/search ratios and 2-8 threads.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Workloads: 90% updates, 67% updates, and 100% searches.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Implementations: baseline CAS linked list and MCAS linked list.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Benchmark harness runs operations uniformly per domain.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Each point reports total elapsed time for the full workload, plus average microseconds per operation.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Benchmark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All workload mixes in one view</a:t>
            </a:r>
          </a:p>
        </p:txBody>
      </p:sp>
      <p:pic>
        <p:nvPicPr>
          <p:cNvPr id="5" name="Picture 4" descr="ll_benchma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955279" cy="5150900"/>
          </a:xfrm>
          <a:prstGeom prst="rect">
            <a:avLst/>
          </a:prstGeom>
        </p:spPr>
      </p:pic>
      <p:pic>
        <p:nvPicPr>
          <p:cNvPr id="6" name="Picture 5" descr="ll_relative_to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737360"/>
            <a:ext cx="2743200" cy="15122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 on a balanced workload, the baseline finishes in 424.5 ms while the MCAS linked list takes 6234.4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For 100% searches at 8 threads, the MCAS linked list is 14.9x slower than the CAS baseline.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Even on heavy updates at 8 threads, the MCAS layer stretches total runtime from 414.7 ms to 6870.0 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90% updates / 10%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ll_update_heavy_45_45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2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baseline elapsed time is 414.7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6870.0 ms (16.6x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grows from 0.09 us/op to 1.43 us/op.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67% updates / 33%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ll_balanced_34_33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2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baseline elapsed time is 424.5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6234.4 ms (14.7x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grows from 0.09 us/op to 1.30 us/op.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100%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ll_search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2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baseline elapsed time is 308.0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4582.2 ms (14.9x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grows from 0.06 us/op to 0.95 us/op.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What the benchmark results say about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MCAS makes the linked list implementation conceptually straightforward by using multi-word operations for insertion and deletion.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That expressiveness comes with a visible time cost, compared to a carefully crafted CAS-based lock-free linked list.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The time-based view is easier to explain in a presentation: same workload mix, more wall-clock time once the MCAS software layer is involved.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The cleanest story for the deck is simplicity versus runtime cost: MCAS gives a neat abstraction, but not a free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Deck generated from parsed benchmark data in benchmark_linked_list_results_latest.csv.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