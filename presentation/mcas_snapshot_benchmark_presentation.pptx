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Multi-Word Compare-and-Swap in OCaml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Benchmarking and snapshot-performance presentation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6217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8FAFC"/>
                </a:solidFill>
              </a:rPr>
              <a:t>How much simplicity does MCAS buy us, and what does the software layer cost?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6126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Implements descriptor-based MCAS and applies it to atomic snapshot.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Benchmarks baseline snapshot against the volatile MCAS snapshot only.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Slides focus on elapsed time trends across the benchmark deliverable.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920240"/>
            <a:ext cx="1554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11312" y="202996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Workloads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2" y="230428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4 ratios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1920240"/>
            <a:ext cx="1554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48672" y="202996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Thread 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30428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2-8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246120"/>
            <a:ext cx="1554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35584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Implementations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363016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3246120"/>
            <a:ext cx="1554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48672" y="3355848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4A3B8"/>
                </a:solidFill>
              </a:rPr>
              <a:t>Registers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630168"/>
            <a:ext cx="1280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Deliverables and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What this benchmark section is measuring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Deliverable focus: compare snapshot elapsed time across varying update/scan ratios and 2-8 threads.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Workloads: 100% updates, 50/50, 10/90, and 100% scans.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Implementations: baseline double-collect snapshot and volatile MCAS snapshot.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Benchmark harness uses 16 registers and 2,000 operations per domain.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Each point reports total elapsed time for the full workload, plus average microseconds per operation.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Benchmark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All workload mixes in one view</a:t>
            </a:r>
          </a:p>
        </p:txBody>
      </p:sp>
      <p:pic>
        <p:nvPicPr>
          <p:cNvPr id="5" name="Picture 4" descr="benchmark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7955279" cy="5152754"/>
          </a:xfrm>
          <a:prstGeom prst="rect">
            <a:avLst/>
          </a:prstGeom>
        </p:spPr>
      </p:pic>
      <p:pic>
        <p:nvPicPr>
          <p:cNvPr id="6" name="Picture 5" descr="relative_to_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737360"/>
            <a:ext cx="2743200" cy="1510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At 8 threads on a balanced workload, the baseline finishes in 619.7 ms while the MCAS snapshot takes 31008.8 ms.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For 100% scans at 8 threads, the MCAS snapshot is 92.5x slower than the double-collect baseline.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Even on 100% updates at 8 threads, the MCAS layer still stretches total runtime from 182.5 ms to 1033.4 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100%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Elapsed time across the required thread counts</a:t>
            </a:r>
          </a:p>
        </p:txBody>
      </p:sp>
      <p:pic>
        <p:nvPicPr>
          <p:cNvPr id="5" name="Picture 4" descr="updates_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498079" cy="41723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8288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At 8 threads, baseline elapsed time is 182.5 ms.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At 8 threads, MCAS elapsed time is 1033.4 ms (5.7x baseline time).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Average cost per operation grows from 0.03 us/op to 0.16 us/op.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Plots use the required 2-8 thread range from the assignment deliverable.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50% updates / 50% scans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Elapsed time across the required thread counts</a:t>
            </a:r>
          </a:p>
        </p:txBody>
      </p:sp>
      <p:pic>
        <p:nvPicPr>
          <p:cNvPr id="5" name="Picture 4" descr="balanced_50_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498079" cy="41702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8288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At 8 threads, baseline elapsed time is 619.7 ms.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At 8 threads, MCAS elapsed time is 31008.8 ms (50.0x baseline time).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Average cost per operation grows from 0.10 us/op to 4.84 us/op.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Plots use the required 2-8 thread range from the assignment deliverable.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10% updates / 90% scans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Elapsed time across the required thread counts</a:t>
            </a:r>
          </a:p>
        </p:txBody>
      </p:sp>
      <p:pic>
        <p:nvPicPr>
          <p:cNvPr id="5" name="Picture 4" descr="scans_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498079" cy="41702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8288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At 8 threads, baseline elapsed time is 467.9 ms.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At 8 threads, MCAS elapsed time is 41506.2 ms (88.7x baseline time).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Average cost per operation grows from 0.07 us/op to 6.49 us/op.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Plots use the required 2-8 thread range from the assignment deliverable.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100% scans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Elapsed time across the required thread counts</a:t>
            </a:r>
          </a:p>
        </p:txBody>
      </p:sp>
      <p:pic>
        <p:nvPicPr>
          <p:cNvPr id="5" name="Picture 4" descr="scans_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498079" cy="41702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8288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At 8 threads, baseline elapsed time is 429.0 ms.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At 8 threads, MCAS elapsed time is 39660.7 ms (92.5x baseline time).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Average cost per operation grows from 0.07 us/op to 6.20 us/op.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Plots use the required 2-8 thread range from the assignment deliverable.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8FAFC"/>
                </a:solidFill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4A3B8"/>
                </a:solidFill>
              </a:rPr>
              <a:t>What the benchmark results say about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MCAS makes the snapshot implementation conceptually uniform: update and scan are both expressed in terms of MCAS operations.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That expressiveness comes with a visible time cost, especially for scan-heavy workloads where double-collect finishes much faster.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The time-based view is easier to explain in a presentation: same workload mix, more wall-clock time once the MCAS software layer is involved.</a:t>
            </a:r>
          </a:p>
          <a:p>
            <a:pPr>
              <a:spcAft>
                <a:spcPts val="1000"/>
              </a:spcAft>
              <a:defRPr sz="2000">
                <a:solidFill>
                  <a:srgbClr val="E2E8F0"/>
                </a:solidFill>
              </a:defRPr>
            </a:pPr>
            <a:r>
              <a:t>The cleanest story for the deck is simplicity versus runtime cost: MCAS gives a neat abstraction, but not a free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94A3B8"/>
                </a:solidFill>
              </a:rPr>
              <a:t>Deck generated from parsed benchmark data in benchmark_results_latest.csv.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