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Multi-Word Compare-and-Swap in OCaml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Benchmarking MCAS: The Doubly-Linked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When does MCAS shine? Comparing lock-free MCAS to coarse-grained Mutexes.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126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Single-word CAS cannot easily implement a lock-free Doubly Linked List.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Benchmarks compare a coarse-grained Mutex DLL against a lock-free MCAS DLL.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MCAS allows scaling across multiple threads by avoiding the global lock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0299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3042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3 ratios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92024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8672" y="20299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Thread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3042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2-8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4612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355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Implementations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3630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324612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3355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630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Deliverables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What this benchmark section is measuring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Deliverable focus: prove MCAS scales better than global locking under multi-threaded contention.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Workloads: 90% updates, 67% updates, and 100% searches.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Implementations: coarse-grained Mutex DLL and MCAS lock-free DLL.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MCAS performs simultaneous multi-pointer updates (prev, next, and deleted status) atomically.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Shows where MCAS becomes a powerful abstraction.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Benchmark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All workload mixes in one view</a:t>
            </a:r>
          </a:p>
        </p:txBody>
      </p:sp>
      <p:pic>
        <p:nvPicPr>
          <p:cNvPr id="5" name="Picture 4" descr="dll_benchma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955279" cy="5150900"/>
          </a:xfrm>
          <a:prstGeom prst="rect">
            <a:avLst/>
          </a:prstGeom>
        </p:spPr>
      </p:pic>
      <p:pic>
        <p:nvPicPr>
          <p:cNvPr id="6" name="Picture 5" descr="dll_relative_to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737360"/>
            <a:ext cx="2743200" cy="15129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 on a balanced workload, the Mutex baseline finishes in 8887.0 ms while the lock-free MCAS DLL takes 7961.8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For 100% searches at 8 threads, the MCAS DLL performs strongly relative to the Mutex since readers don't block.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Under heavy updates at 8 threads, MCAS scales much better than the global Mutex lock, showing the true power of lock-free design for complex data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90% updates / 10%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dll_update_heavy_45_45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2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Mutex baseline elapsed time is 9107.1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8158.5 ms (0.9x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is 1.90 us/op (Mutex) vs 1.70 us/op (MCAS).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67% updates / 33%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dll_balanced_34_33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2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Mutex baseline elapsed time is 8887.0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7961.8 ms (0.9x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is 1.85 us/op (Mutex) vs 1.66 us/op (MCAS).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100%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dll_search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2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Mutex baseline elapsed time is 4066.7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4677.0 ms (1.2x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is 0.85 us/op (Mutex) vs 0.97 us/op (MCAS).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What the benchmark results say about MCAS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MCAS makes building a lock-free Doubly Linked List remarkably straightforward compared to hand-rolled lock-free algorithms.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Unlike the single-linked list, where highly optimized bit-marking CAS algorithms exist, the DLL demonstrates MCAS's primary use case.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As thread count and update contention increase, the global Mutex collapses, whereas MCAS allows disjoint operations to proceed in parallel.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This highlights MCAS as an incredibly powerful tool for scaling complex, multi-pointer data structures without locks.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Deck generated from parsed benchmark data in benchmark_doubly_linked_list_results_latest.csv.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